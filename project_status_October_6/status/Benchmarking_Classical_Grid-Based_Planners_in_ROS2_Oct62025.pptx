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61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26F7-4F71-C706-22B5-8A4B6E56A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46DB0-78FE-F302-74B1-A189C45B5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EAA93-4E96-10CE-9B60-BFB0F7745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24B06-B76D-3572-968C-117769BB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7EE24-892E-C0EC-FAD2-279A49EC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5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F8C3A-790C-1228-44EE-D65FFE7D1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6B25B-E120-5323-8276-8BB79C4B3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C7C56-76A1-4EB7-2A79-729A0A373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586C3-7922-6C09-764F-C3D0F36D4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FBB93-B8F1-93FB-28E3-430C636C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091D-34D5-35DA-C292-5FC7680E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C82EC-4EB3-ADAE-F2E5-136167CE0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92631-2D98-6D37-155B-F7BF6AE8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4E258-5561-6136-C152-D2B7180CD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AD340-D2FA-4F87-382F-209782E5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5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3817-338A-A4E0-A259-5B3E85CF4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4D16C-F04D-6051-75F9-0C891C0FE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B8797-D3F2-F94A-4048-A9D5F3904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24BA4-4012-74B1-82A2-8281CE094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2894E-8D81-5621-A2D5-CD1B929DE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6943C-316D-0BCF-8942-B35502B6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50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DC27-F064-0E26-09E3-C03A0A47B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3DBB4-EAA4-79FA-C072-32357B944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ACD12-49D2-BCF1-4253-E65381B62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F2CE55-F64C-4D42-CF78-BEB7E3D2B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12A2C-5496-A8B8-5A30-E86377FC9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079D41-4310-4AC2-BCF6-F34DC4E7F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F2D52B-6390-B4DE-3B45-255FBF229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BF8856-AB35-DFCB-5060-CFA0B686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1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F582-46E3-565B-962C-5CE80D79D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E36943-F024-31BC-4BFF-58219911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9A2F2-0F27-7589-C07C-16FB03BA6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DED9F-9223-1A06-DE00-5B6040E37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92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0D57B3-5E6A-E155-0F58-B20282BC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1103B-A28F-FFE3-7371-61BA73E0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77F8-DE28-4F8A-E5C3-D5B851E2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6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8EC49-F673-74BE-82B1-814E667FA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F3672-51AF-7E87-0D9B-7E65F95F3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A17B3-9AEB-AE3F-8C44-AC63EE7B9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9A40E-06D4-A721-C403-36647CDA6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263CD-AE90-5B0D-EA4C-686E7B732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99E85-5B48-586A-CDBB-B331740C6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7396F-B1FD-A0B8-53BA-7DF89D0EF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B5DC9-AF1D-D4B5-50D9-44B9965CC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0B6A8-1334-BDC5-A169-AE68DA80C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EA80A-BEAC-B4C1-4AB0-D05A09E5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2D28F-ED39-747F-95A6-BC60E819A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93C06-62BC-AFCE-9CC5-4E6EB92E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1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AA54-9D90-06CA-15BE-6332B3A6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514B2-86EF-69EB-817F-BBAC7CE00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C9E67-0602-3A6F-AF61-268F7C256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B5DA8-C5F5-4B67-DEEB-C1405AD5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53DE9-C121-F79B-6D95-7563C6CA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43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E7097-C435-FC57-DAA5-8252D5A698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D5DEEB-4EC8-F7D5-A44E-032E87BEA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D33DC-41BC-6688-88F5-A1DFA7AB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928D-7ECD-4492-84D7-1BA2C5906DE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FB2D-8F3F-83E8-864E-802BCE8D6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F012F-C8B1-E3AC-691A-50BDF625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8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EBE155-96E9-A28A-A3DC-5C6C1FE6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12E9E-5EBC-A86D-596B-B3916E008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B6576-CFEE-86EE-82EE-86889079C9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6928D-7ECD-4492-84D7-1BA2C5906DE3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8A380-51C6-E050-F6D1-B40C79934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E732C-E692-6106-9873-0D710AB2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8D421-ED7A-4016-A65A-90CA1F243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A15F9-FED6-83D2-6D1F-80EEBF2F6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Grid-Based Planners in ROS2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7896E8-9A68-4934-833D-7F492156ED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4203780"/>
            <a:ext cx="988255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Mohamed Eljahmi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RBE550 – October 6 Status</a:t>
            </a:r>
          </a:p>
        </p:txBody>
      </p:sp>
    </p:spTree>
    <p:extLst>
      <p:ext uri="{BB962C8B-B14F-4D97-AF65-F5344CB8AC3E}">
        <p14:creationId xmlns:p14="http://schemas.microsoft.com/office/powerpoint/2010/main" val="2725313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4212-E303-87CD-AA18-6164F450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Motivation &amp; Goals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D96349-73EC-13C7-4637-7C2CC0F6DB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12839" y="3788251"/>
            <a:ext cx="644697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 planning = core problem in robotics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classical planners under identical conditions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Planned algorithms: BFS, Dijkstra, A*, Theta*, JPS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824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B4BF0-06B4-8AB1-8730-DD924A17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Overview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40F529F-71D9-5090-7552-CF49037696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05908" y="2918752"/>
            <a:ext cx="694006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ROS2 + Python implementation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Unified planner interface (plan()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PlanResult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Utilities for maps, neighbors, metrics</a:t>
            </a:r>
          </a:p>
        </p:txBody>
      </p:sp>
    </p:spTree>
    <p:extLst>
      <p:ext uri="{BB962C8B-B14F-4D97-AF65-F5344CB8AC3E}">
        <p14:creationId xmlns:p14="http://schemas.microsoft.com/office/powerpoint/2010/main" val="1157422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BA61-7C14-48A4-5666-02973914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So Far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58C9C2-B980-EB6F-8998-897423B698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50833" y="3156144"/>
            <a:ext cx="519938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BFS: exhaustive, guarantees shortest path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A*: heuristic-guided, Manhattan &amp; Euclidean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 scripts: reproducible experiments</a:t>
            </a:r>
          </a:p>
        </p:txBody>
      </p:sp>
    </p:spTree>
    <p:extLst>
      <p:ext uri="{BB962C8B-B14F-4D97-AF65-F5344CB8AC3E}">
        <p14:creationId xmlns:p14="http://schemas.microsoft.com/office/powerpoint/2010/main" val="3908051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A389-3A4B-99E1-D7AC-521DA7E89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Setup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20CC7E-B539-1C40-EDC3-D7659996FC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5"/>
            <a:ext cx="1008000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grid: 64×64, 20% obstacles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ASCII map: maze_32.txt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Metrics: path length, runtime, nodes expanded, turns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618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1D98-5088-083C-1420-BA4DB6052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68F74B-90E0-5644-74B3-72833B5262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79398"/>
              </p:ext>
            </p:extLst>
          </p:nvPr>
        </p:nvGraphicFramePr>
        <p:xfrm>
          <a:off x="3444752" y="1582616"/>
          <a:ext cx="4937250" cy="24266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875">
                  <a:extLst>
                    <a:ext uri="{9D8B030D-6E8A-4147-A177-3AD203B41FA5}">
                      <a16:colId xmlns:a16="http://schemas.microsoft.com/office/drawing/2014/main" val="580008015"/>
                    </a:ext>
                  </a:extLst>
                </a:gridCol>
                <a:gridCol w="822875">
                  <a:extLst>
                    <a:ext uri="{9D8B030D-6E8A-4147-A177-3AD203B41FA5}">
                      <a16:colId xmlns:a16="http://schemas.microsoft.com/office/drawing/2014/main" val="1205673763"/>
                    </a:ext>
                  </a:extLst>
                </a:gridCol>
                <a:gridCol w="822875">
                  <a:extLst>
                    <a:ext uri="{9D8B030D-6E8A-4147-A177-3AD203B41FA5}">
                      <a16:colId xmlns:a16="http://schemas.microsoft.com/office/drawing/2014/main" val="1710442503"/>
                    </a:ext>
                  </a:extLst>
                </a:gridCol>
                <a:gridCol w="822875">
                  <a:extLst>
                    <a:ext uri="{9D8B030D-6E8A-4147-A177-3AD203B41FA5}">
                      <a16:colId xmlns:a16="http://schemas.microsoft.com/office/drawing/2014/main" val="622998821"/>
                    </a:ext>
                  </a:extLst>
                </a:gridCol>
                <a:gridCol w="822875">
                  <a:extLst>
                    <a:ext uri="{9D8B030D-6E8A-4147-A177-3AD203B41FA5}">
                      <a16:colId xmlns:a16="http://schemas.microsoft.com/office/drawing/2014/main" val="1027228998"/>
                    </a:ext>
                  </a:extLst>
                </a:gridCol>
                <a:gridCol w="822875">
                  <a:extLst>
                    <a:ext uri="{9D8B030D-6E8A-4147-A177-3AD203B41FA5}">
                      <a16:colId xmlns:a16="http://schemas.microsoft.com/office/drawing/2014/main" val="292931885"/>
                    </a:ext>
                  </a:extLst>
                </a:gridCol>
              </a:tblGrid>
              <a:tr h="606669"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Algorithm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Connectivity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Heuristic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Path Length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Nodes Expanded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Runtime (ms)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5562384"/>
                  </a:ext>
                </a:extLst>
              </a:tr>
              <a:tr h="606669"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BFS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-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64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2155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2.39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9730162"/>
                  </a:ext>
                </a:extLst>
              </a:tr>
              <a:tr h="606669"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A*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Manhattan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64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910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1.93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7131713"/>
                  </a:ext>
                </a:extLst>
              </a:tr>
              <a:tr h="606669"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A*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Euclidean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455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</a:rPr>
                        <a:t>1.81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96290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836A05-5CAB-8590-AECF-86A013276755}"/>
              </a:ext>
            </a:extLst>
          </p:cNvPr>
          <p:cNvSpPr txBox="1"/>
          <p:nvPr/>
        </p:nvSpPr>
        <p:spPr>
          <a:xfrm>
            <a:off x="2778369" y="4548554"/>
            <a:ext cx="7033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A* expands fewer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Heuristics reduce exploration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8-connected + Euclidean shortens path</a:t>
            </a:r>
          </a:p>
        </p:txBody>
      </p:sp>
    </p:spTree>
    <p:extLst>
      <p:ext uri="{BB962C8B-B14F-4D97-AF65-F5344CB8AC3E}">
        <p14:creationId xmlns:p14="http://schemas.microsoft.com/office/powerpoint/2010/main" val="1317956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79C2A-B906-1DF1-961D-2334325CF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8B3135-27D1-57E4-4E71-808E2B926E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83507" y="2174617"/>
            <a:ext cx="560667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single seeded runs so far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plotting pending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Additional algorithms not benchmarked yet</a:t>
            </a:r>
          </a:p>
        </p:txBody>
      </p:sp>
    </p:spTree>
    <p:extLst>
      <p:ext uri="{BB962C8B-B14F-4D97-AF65-F5344CB8AC3E}">
        <p14:creationId xmlns:p14="http://schemas.microsoft.com/office/powerpoint/2010/main" val="3956954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7AC87-3A78-F90C-BDCE-BDBB72F36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2FE503-33B9-ED67-DF61-291AF2F039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26651" y="2877911"/>
            <a:ext cx="553869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Benchmark Dijkstra (already coded)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Theta* and JPS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Aggregate results, add plots</a:t>
            </a:r>
          </a:p>
        </p:txBody>
      </p:sp>
    </p:spTree>
    <p:extLst>
      <p:ext uri="{BB962C8B-B14F-4D97-AF65-F5344CB8AC3E}">
        <p14:creationId xmlns:p14="http://schemas.microsoft.com/office/powerpoint/2010/main" val="1517650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0C5EC-BB5B-9D10-969F-7CBFE51FF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Packaging &amp; Reproducibility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7A7BDE-F431-65FD-1D2D-ECB3CAB087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24022"/>
            <a:ext cx="1000786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 full ROS2 workspace (ros2projrbe550_ws)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Exclude build/install/log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Scripts: build.sh, run.sh, run_random64.sh, run_maze32.sh</a:t>
            </a:r>
          </a:p>
        </p:txBody>
      </p:sp>
    </p:spTree>
    <p:extLst>
      <p:ext uri="{BB962C8B-B14F-4D97-AF65-F5344CB8AC3E}">
        <p14:creationId xmlns:p14="http://schemas.microsoft.com/office/powerpoint/2010/main" val="2586386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DC7C3-88A9-8CD5-500C-803D7790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45AE0F-DACE-76C7-130E-3BE5575623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16245"/>
            <a:ext cx="792806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 operational in ROS2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BFS vs A* results confirm trade-offs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Extensible to more planners</a:t>
            </a:r>
          </a:p>
        </p:txBody>
      </p:sp>
    </p:spTree>
    <p:extLst>
      <p:ext uri="{BB962C8B-B14F-4D97-AF65-F5344CB8AC3E}">
        <p14:creationId xmlns:p14="http://schemas.microsoft.com/office/powerpoint/2010/main" val="349650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249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Benchmarking Classical Grid-Based Planners in ROS2</vt:lpstr>
      <vt:lpstr>Motivation &amp; Goals</vt:lpstr>
      <vt:lpstr>Framework Overview</vt:lpstr>
      <vt:lpstr>Implemented So Far</vt:lpstr>
      <vt:lpstr>Benchmark Setup</vt:lpstr>
      <vt:lpstr>Preliminary Results</vt:lpstr>
      <vt:lpstr>Challenges</vt:lpstr>
      <vt:lpstr>Next steps</vt:lpstr>
      <vt:lpstr>Packaging &amp; Reproducibility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Eljahmi</dc:creator>
  <cp:lastModifiedBy>Mohamed Eljahmi</cp:lastModifiedBy>
  <cp:revision>12</cp:revision>
  <dcterms:created xsi:type="dcterms:W3CDTF">2025-09-28T14:00:47Z</dcterms:created>
  <dcterms:modified xsi:type="dcterms:W3CDTF">2025-09-28T14:36:49Z</dcterms:modified>
</cp:coreProperties>
</file>